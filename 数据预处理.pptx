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58"/>
    <p:restoredTop sz="94682"/>
  </p:normalViewPr>
  <p:slideViewPr>
    <p:cSldViewPr snapToGrid="0">
      <p:cViewPr varScale="1">
        <p:scale>
          <a:sx n="88" d="100"/>
          <a:sy n="88" d="100"/>
        </p:scale>
        <p:origin x="176"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867D-3088-A38B-560D-4B9D2264BB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CB2C45-F2C7-60BF-2AEB-C19C92F51C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C9DC21-540A-EC91-459F-353D69190CE7}"/>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6C857372-B25E-7876-548A-0D57591E00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73634-50F5-0B84-FF91-FB64E82E6DD5}"/>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2839331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E5F4F-A00A-30FB-3839-9FA22005FE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CB05B-EADB-4F55-418A-65F13F4CE3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EAE41-36F4-DB12-B1DE-F5A86FC6D3EB}"/>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6B90C08E-ED09-3FB2-C6F8-88AE4D5FA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1076FD-3474-517A-D68F-247939DCD4D9}"/>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2918224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19F6-88F0-C433-F81C-5E4C130750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93FBAD-D561-80DE-6F2A-74424A14FB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FAFF3-EFDE-2809-156E-35C3B0C850F5}"/>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D8BA8BD6-EF63-1FED-3D19-86AD6786D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6461D-D44C-0016-8831-BDA2151A55BC}"/>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1758494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4F2BB-2573-FC2E-0AC7-23DF8FDAB4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4A9705-A380-0118-051D-16EEEF10D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895CEA-2BF9-06FF-25DD-A627613535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7945A8-C7E3-8FC3-CE6B-A35D6853D2D6}"/>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6" name="Footer Placeholder 5">
            <a:extLst>
              <a:ext uri="{FF2B5EF4-FFF2-40B4-BE49-F238E27FC236}">
                <a16:creationId xmlns:a16="http://schemas.microsoft.com/office/drawing/2014/main" id="{8086B323-82D6-DDDB-247D-F03E8C3D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784EE1-F720-1C04-6E56-269F721D0E98}"/>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3626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4B3E-AD7A-4ABF-0669-79168B9E68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734389-4003-1809-248D-664EF1191E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7361F-8E97-ABAA-9F1C-B915FC0704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DDB0D2-5CA0-7DB1-96F6-01E8BBBACD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59EEBF-DFD5-A48C-C60C-1F738B3317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5CB701-B849-2712-AA94-D0B50771A3D3}"/>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8" name="Footer Placeholder 7">
            <a:extLst>
              <a:ext uri="{FF2B5EF4-FFF2-40B4-BE49-F238E27FC236}">
                <a16:creationId xmlns:a16="http://schemas.microsoft.com/office/drawing/2014/main" id="{8203B4E1-D282-1700-4284-ADFE105080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C071B5-5135-12C4-DCCE-70BFBA907545}"/>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995859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0FEF-E624-F885-ADF0-D0DFD0A7EA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3EF472-8FEA-6F74-54FE-1561A7C02607}"/>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4" name="Footer Placeholder 3">
            <a:extLst>
              <a:ext uri="{FF2B5EF4-FFF2-40B4-BE49-F238E27FC236}">
                <a16:creationId xmlns:a16="http://schemas.microsoft.com/office/drawing/2014/main" id="{72AB9A9A-260D-FCCA-E825-AE1DBC08FA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BE19AC-4536-21F0-2E09-577024A95EBB}"/>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145446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EDDE90-18E4-E6C7-08C1-B65261A524B4}"/>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3" name="Footer Placeholder 2">
            <a:extLst>
              <a:ext uri="{FF2B5EF4-FFF2-40B4-BE49-F238E27FC236}">
                <a16:creationId xmlns:a16="http://schemas.microsoft.com/office/drawing/2014/main" id="{4F50BD00-D233-08E7-415D-E85D40C803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0C07A1-0E82-246F-7BF0-15DC923A6086}"/>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4100169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20D10-780C-2351-2713-D0683D1CA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799B30-3DE0-9745-3A01-F3667EC018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982E17-3EB0-BA07-5662-0290C8ECBA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4EEE22-3350-8286-58A2-097EC970B5EE}"/>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6" name="Footer Placeholder 5">
            <a:extLst>
              <a:ext uri="{FF2B5EF4-FFF2-40B4-BE49-F238E27FC236}">
                <a16:creationId xmlns:a16="http://schemas.microsoft.com/office/drawing/2014/main" id="{BD6598E5-A0D4-EF64-0FB8-972CE340DE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3229B0-7DFE-1703-6881-EBBE6D9F5151}"/>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677112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B9BE4-120E-5CF1-6594-EE4F589B2A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1361DA-CD0E-F75C-2FBE-1B51C0E0BC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9E4F79-729C-B312-5B3A-9537ABB021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8E0A5-0FB9-A0FC-7BD4-523CEC286887}"/>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6" name="Footer Placeholder 5">
            <a:extLst>
              <a:ext uri="{FF2B5EF4-FFF2-40B4-BE49-F238E27FC236}">
                <a16:creationId xmlns:a16="http://schemas.microsoft.com/office/drawing/2014/main" id="{379CE2F9-DD6A-D75E-B302-109035C7C5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91508-1D8F-8DAB-71CB-E30AEB7D7CCC}"/>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2877977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0F7A-CBB2-4532-A66D-1D92CE06B3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65991D-7256-E042-162C-BD8F35026C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7AFA1-8330-A717-5197-42AFCC034623}"/>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B4809A92-0213-7569-6D00-B6EB5936B8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081169-679F-2100-F6DC-19093760B721}"/>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3401043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6A9BD9-E5F5-FC57-686F-76D8B46A1D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626550-BDCA-B2E0-9B7A-BA7C8B66E8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1325D-FAB1-0677-6422-117FA5CEF63B}"/>
              </a:ext>
            </a:extLst>
          </p:cNvPr>
          <p:cNvSpPr>
            <a:spLocks noGrp="1"/>
          </p:cNvSpPr>
          <p:nvPr>
            <p:ph type="dt" sz="half" idx="10"/>
          </p:nvPr>
        </p:nvSpPr>
        <p:spPr/>
        <p:txBody>
          <a:body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272E94BA-FB2C-9F82-AF38-66942357A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6C858-07BC-8EB0-93B7-3B469F2D2D07}"/>
              </a:ext>
            </a:extLst>
          </p:cNvPr>
          <p:cNvSpPr>
            <a:spLocks noGrp="1"/>
          </p:cNvSpPr>
          <p:nvPr>
            <p:ph type="sldNum" sz="quarter" idx="12"/>
          </p:nvPr>
        </p:nvSpPr>
        <p:spPr/>
        <p:txBody>
          <a:bodyPr/>
          <a:lstStyle/>
          <a:p>
            <a:fld id="{D0E6528D-793B-7B47-8641-AF7D561A81EB}" type="slidenum">
              <a:rPr lang="en-US" smtClean="0"/>
              <a:t>‹#›</a:t>
            </a:fld>
            <a:endParaRPr lang="en-US"/>
          </a:p>
        </p:txBody>
      </p:sp>
    </p:spTree>
    <p:extLst>
      <p:ext uri="{BB962C8B-B14F-4D97-AF65-F5344CB8AC3E}">
        <p14:creationId xmlns:p14="http://schemas.microsoft.com/office/powerpoint/2010/main" val="406148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F18C97-F687-8331-2EE8-E5E800756A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F1A2E4-1BEA-0EBB-0D38-FB60AA1964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DC566-2954-A0C6-22DC-A813ED9393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CC2336-12F7-604F-B0A2-F0D360B1C419}" type="datetimeFigureOut">
              <a:rPr lang="en-US" smtClean="0"/>
              <a:t>2/25/26</a:t>
            </a:fld>
            <a:endParaRPr lang="en-US"/>
          </a:p>
        </p:txBody>
      </p:sp>
      <p:sp>
        <p:nvSpPr>
          <p:cNvPr id="5" name="Footer Placeholder 4">
            <a:extLst>
              <a:ext uri="{FF2B5EF4-FFF2-40B4-BE49-F238E27FC236}">
                <a16:creationId xmlns:a16="http://schemas.microsoft.com/office/drawing/2014/main" id="{F4B4EB3F-92B9-B5AA-ACC6-F2E36DCFA4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6A3AAAC-E4BD-7ABB-BF59-D3835E6A5D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E6528D-793B-7B47-8641-AF7D561A81EB}" type="slidenum">
              <a:rPr lang="en-US" smtClean="0"/>
              <a:t>‹#›</a:t>
            </a:fld>
            <a:endParaRPr lang="en-US"/>
          </a:p>
        </p:txBody>
      </p:sp>
    </p:spTree>
    <p:extLst>
      <p:ext uri="{BB962C8B-B14F-4D97-AF65-F5344CB8AC3E}">
        <p14:creationId xmlns:p14="http://schemas.microsoft.com/office/powerpoint/2010/main" val="443749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2C553-C97B-4172-486A-C8881678FFD6}"/>
              </a:ext>
            </a:extLst>
          </p:cNvPr>
          <p:cNvSpPr>
            <a:spLocks noGrp="1"/>
          </p:cNvSpPr>
          <p:nvPr>
            <p:ph type="ctrTitle"/>
          </p:nvPr>
        </p:nvSpPr>
        <p:spPr/>
        <p:txBody>
          <a:bodyPr/>
          <a:lstStyle/>
          <a:p>
            <a:r>
              <a:rPr lang="en-US" dirty="0"/>
              <a:t>Inventory Intelligence data preprocessing pipeline</a:t>
            </a:r>
          </a:p>
        </p:txBody>
      </p:sp>
      <p:sp>
        <p:nvSpPr>
          <p:cNvPr id="3" name="Subtitle 2">
            <a:extLst>
              <a:ext uri="{FF2B5EF4-FFF2-40B4-BE49-F238E27FC236}">
                <a16:creationId xmlns:a16="http://schemas.microsoft.com/office/drawing/2014/main" id="{3B92E980-18CB-6319-197A-8464511948E6}"/>
              </a:ext>
            </a:extLst>
          </p:cNvPr>
          <p:cNvSpPr>
            <a:spLocks noGrp="1"/>
          </p:cNvSpPr>
          <p:nvPr>
            <p:ph type="subTitle" idx="1"/>
          </p:nvPr>
        </p:nvSpPr>
        <p:spPr/>
        <p:txBody>
          <a:bodyPr/>
          <a:lstStyle/>
          <a:p>
            <a:r>
              <a:rPr lang="en-US" dirty="0" err="1"/>
              <a:t>感谢吴哥</a:t>
            </a:r>
            <a:endParaRPr lang="en-US" dirty="0"/>
          </a:p>
        </p:txBody>
      </p:sp>
    </p:spTree>
    <p:extLst>
      <p:ext uri="{BB962C8B-B14F-4D97-AF65-F5344CB8AC3E}">
        <p14:creationId xmlns:p14="http://schemas.microsoft.com/office/powerpoint/2010/main" val="1312429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screen shot of a computer&#10;&#10;AI-generated content may be incorrect.">
            <a:extLst>
              <a:ext uri="{FF2B5EF4-FFF2-40B4-BE49-F238E27FC236}">
                <a16:creationId xmlns:a16="http://schemas.microsoft.com/office/drawing/2014/main" id="{F62F9005-3FD6-1076-1F4D-7DF0A1797235}"/>
              </a:ext>
            </a:extLst>
          </p:cNvPr>
          <p:cNvPicPr>
            <a:picLocks noGrp="1" noChangeAspect="1"/>
          </p:cNvPicPr>
          <p:nvPr>
            <p:ph idx="1"/>
          </p:nvPr>
        </p:nvPicPr>
        <p:blipFill>
          <a:blip r:embed="rId2"/>
          <a:stretch>
            <a:fillRect/>
          </a:stretch>
        </p:blipFill>
        <p:spPr>
          <a:xfrm>
            <a:off x="452362" y="286174"/>
            <a:ext cx="10905066" cy="2099224"/>
          </a:xfrm>
          <a:prstGeom prst="rect">
            <a:avLst/>
          </a:prstGeom>
        </p:spPr>
      </p:pic>
      <p:sp>
        <p:nvSpPr>
          <p:cNvPr id="10" name="TextBox 9">
            <a:extLst>
              <a:ext uri="{FF2B5EF4-FFF2-40B4-BE49-F238E27FC236}">
                <a16:creationId xmlns:a16="http://schemas.microsoft.com/office/drawing/2014/main" id="{7F7B8B14-0DD2-DE59-69AE-E8C779BD3848}"/>
              </a:ext>
            </a:extLst>
          </p:cNvPr>
          <p:cNvSpPr txBox="1"/>
          <p:nvPr/>
        </p:nvSpPr>
        <p:spPr>
          <a:xfrm>
            <a:off x="643466" y="3277968"/>
            <a:ext cx="10522857" cy="2308324"/>
          </a:xfrm>
          <a:prstGeom prst="rect">
            <a:avLst/>
          </a:prstGeom>
          <a:noFill/>
        </p:spPr>
        <p:txBody>
          <a:bodyPr wrap="square" rtlCol="0">
            <a:spAutoFit/>
          </a:bodyPr>
          <a:lstStyle/>
          <a:p>
            <a:r>
              <a:rPr lang="en-US" dirty="0" err="1"/>
              <a:t>保留所有数据的标题为</a:t>
            </a:r>
            <a:r>
              <a:rPr lang="zh-CN" altLang="en-US" dirty="0"/>
              <a:t>：</a:t>
            </a:r>
            <a:endParaRPr lang="en-US" altLang="zh-CN" dirty="0"/>
          </a:p>
          <a:p>
            <a:r>
              <a:rPr lang="en-US" dirty="0" err="1"/>
              <a:t>型号</a:t>
            </a:r>
            <a:r>
              <a:rPr lang="zh-CN" altLang="en-US" dirty="0"/>
              <a:t>（</a:t>
            </a:r>
            <a:r>
              <a:rPr lang="en-US" altLang="zh-CN" dirty="0"/>
              <a:t>SKU</a:t>
            </a:r>
            <a:r>
              <a:rPr lang="zh-CN" altLang="en-US" dirty="0"/>
              <a:t>），批号（</a:t>
            </a:r>
            <a:r>
              <a:rPr lang="en-US" altLang="zh-CN" dirty="0"/>
              <a:t>batch</a:t>
            </a:r>
            <a:r>
              <a:rPr lang="zh-CN" altLang="en-US" dirty="0"/>
              <a:t>），上月结存（</a:t>
            </a:r>
            <a:r>
              <a:rPr lang="en-US" altLang="zh-CN" dirty="0" err="1"/>
              <a:t>last_month_stock</a:t>
            </a:r>
            <a:r>
              <a:rPr lang="zh-CN" altLang="en-US" dirty="0"/>
              <a:t>），本月入库（</a:t>
            </a:r>
            <a:r>
              <a:rPr lang="en-US" altLang="zh-CN" dirty="0" err="1"/>
              <a:t>month_in</a:t>
            </a:r>
            <a:r>
              <a:rPr lang="zh-CN" altLang="en-US" dirty="0"/>
              <a:t>），本月领用（</a:t>
            </a:r>
            <a:r>
              <a:rPr lang="en-US" altLang="zh-CN" dirty="0" err="1"/>
              <a:t>month_out</a:t>
            </a:r>
            <a:r>
              <a:rPr lang="zh-CN" altLang="en-US" dirty="0"/>
              <a:t>），本月销售（</a:t>
            </a:r>
            <a:r>
              <a:rPr lang="en-US" altLang="zh-CN" dirty="0" err="1"/>
              <a:t>month_sale</a:t>
            </a:r>
            <a:r>
              <a:rPr lang="en-US" altLang="zh-CN" dirty="0"/>
              <a:t>)</a:t>
            </a:r>
            <a:r>
              <a:rPr lang="zh-CN" altLang="en-US" dirty="0"/>
              <a:t>，取样（</a:t>
            </a:r>
            <a:r>
              <a:rPr lang="en-US" altLang="zh-CN" dirty="0" err="1"/>
              <a:t>sample_out</a:t>
            </a:r>
            <a:r>
              <a:rPr lang="zh-CN" altLang="en-US" dirty="0"/>
              <a:t>），本月结存（</a:t>
            </a:r>
            <a:r>
              <a:rPr lang="en-US" altLang="zh-CN" dirty="0" err="1"/>
              <a:t>month_end_stock</a:t>
            </a:r>
            <a:r>
              <a:rPr lang="en-US" altLang="zh-CN" dirty="0"/>
              <a:t>)</a:t>
            </a:r>
            <a:r>
              <a:rPr lang="zh-CN" altLang="en-US" dirty="0"/>
              <a:t>，，小记（</a:t>
            </a:r>
            <a:r>
              <a:rPr lang="en-US" altLang="zh-CN" dirty="0" err="1"/>
              <a:t>note_value</a:t>
            </a:r>
            <a:r>
              <a:rPr lang="zh-CN" altLang="en-US" dirty="0"/>
              <a:t>），备注（</a:t>
            </a:r>
            <a:r>
              <a:rPr lang="en-US" altLang="zh-CN" dirty="0"/>
              <a:t>remark)</a:t>
            </a:r>
            <a:br>
              <a:rPr lang="en-US" altLang="zh-CN" dirty="0"/>
            </a:br>
            <a:r>
              <a:rPr lang="zh-CN" altLang="en-US" dirty="0"/>
              <a:t>删掉了月底盘存，盘盈亏</a:t>
            </a:r>
            <a:br>
              <a:rPr lang="en-US" altLang="zh-CN" dirty="0"/>
            </a:br>
            <a:r>
              <a:rPr lang="zh-CN" altLang="en-US" dirty="0"/>
              <a:t>需要添加记录时间（</a:t>
            </a:r>
            <a:r>
              <a:rPr lang="en-US" altLang="zh-CN" dirty="0"/>
              <a:t>time</a:t>
            </a:r>
            <a:r>
              <a:rPr lang="zh-CN" altLang="en-US" dirty="0"/>
              <a:t>），按照填报时间一致，例如</a:t>
            </a:r>
            <a:r>
              <a:rPr lang="en-US" altLang="zh-CN" dirty="0"/>
              <a:t>2024</a:t>
            </a:r>
            <a:r>
              <a:rPr lang="zh-CN" altLang="en-US" dirty="0"/>
              <a:t>年</a:t>
            </a:r>
            <a:r>
              <a:rPr lang="en-US" altLang="zh-CN" dirty="0"/>
              <a:t>1</a:t>
            </a:r>
            <a:r>
              <a:rPr lang="zh-CN" altLang="en-US" dirty="0"/>
              <a:t>月，变成</a:t>
            </a:r>
            <a:r>
              <a:rPr lang="en-US" altLang="zh-CN" dirty="0"/>
              <a:t>2024-01</a:t>
            </a:r>
            <a:r>
              <a:rPr lang="zh-CN" altLang="en-US" dirty="0"/>
              <a:t>，之后</a:t>
            </a:r>
            <a:r>
              <a:rPr lang="en-US" altLang="zh-CN" dirty="0"/>
              <a:t>time</a:t>
            </a:r>
            <a:r>
              <a:rPr lang="zh-CN" altLang="en-US" dirty="0"/>
              <a:t> </a:t>
            </a:r>
            <a:r>
              <a:rPr lang="en-US" altLang="zh-CN" dirty="0"/>
              <a:t>series</a:t>
            </a:r>
            <a:r>
              <a:rPr lang="zh-CN" altLang="en-US" dirty="0"/>
              <a:t>会用起来比较方便</a:t>
            </a:r>
            <a:endParaRPr lang="en-US" altLang="zh-CN" dirty="0"/>
          </a:p>
          <a:p>
            <a:r>
              <a:rPr lang="zh-CN" altLang="en-US" dirty="0"/>
              <a:t>备注是大客户的需要单独处理（我可以帮忙把大客户专门拉出来做一个</a:t>
            </a:r>
            <a:r>
              <a:rPr lang="en-US" altLang="zh-CN" dirty="0"/>
              <a:t>sheet</a:t>
            </a:r>
            <a:r>
              <a:rPr lang="zh-CN" altLang="en-US" dirty="0"/>
              <a:t>给你）</a:t>
            </a:r>
            <a:endParaRPr lang="en-US" altLang="zh-CN" dirty="0"/>
          </a:p>
        </p:txBody>
      </p:sp>
      <p:sp>
        <p:nvSpPr>
          <p:cNvPr id="14" name="TextBox 13">
            <a:extLst>
              <a:ext uri="{FF2B5EF4-FFF2-40B4-BE49-F238E27FC236}">
                <a16:creationId xmlns:a16="http://schemas.microsoft.com/office/drawing/2014/main" id="{B8FB40F4-E34E-2832-22FC-C8FA8701EB02}"/>
              </a:ext>
            </a:extLst>
          </p:cNvPr>
          <p:cNvSpPr txBox="1"/>
          <p:nvPr/>
        </p:nvSpPr>
        <p:spPr>
          <a:xfrm>
            <a:off x="3205779" y="2614108"/>
            <a:ext cx="4873214" cy="365760"/>
          </a:xfrm>
          <a:prstGeom prst="rect">
            <a:avLst/>
          </a:prstGeom>
          <a:noFill/>
        </p:spPr>
        <p:txBody>
          <a:bodyPr wrap="square" rtlCol="0">
            <a:spAutoFit/>
          </a:bodyPr>
          <a:lstStyle/>
          <a:p>
            <a:r>
              <a:rPr lang="en-US" dirty="0" err="1"/>
              <a:t>这是原始数据</a:t>
            </a:r>
            <a:r>
              <a:rPr lang="zh-CN" altLang="en-US" dirty="0"/>
              <a:t>，有些无用列需要删掉</a:t>
            </a:r>
            <a:endParaRPr lang="en-US" dirty="0"/>
          </a:p>
        </p:txBody>
      </p:sp>
    </p:spTree>
    <p:extLst>
      <p:ext uri="{BB962C8B-B14F-4D97-AF65-F5344CB8AC3E}">
        <p14:creationId xmlns:p14="http://schemas.microsoft.com/office/powerpoint/2010/main" val="215449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5278-09B4-7CC6-D4F3-2119D92D7DE8}"/>
              </a:ext>
            </a:extLst>
          </p:cNvPr>
          <p:cNvSpPr>
            <a:spLocks noGrp="1"/>
          </p:cNvSpPr>
          <p:nvPr>
            <p:ph type="title"/>
          </p:nvPr>
        </p:nvSpPr>
        <p:spPr>
          <a:xfrm rot="10800000" flipV="1">
            <a:off x="725714" y="1915887"/>
            <a:ext cx="5152572" cy="439938"/>
          </a:xfrm>
        </p:spPr>
        <p:txBody>
          <a:bodyPr>
            <a:noAutofit/>
          </a:bodyPr>
          <a:lstStyle/>
          <a:p>
            <a:r>
              <a:rPr lang="en-US" sz="1800" dirty="0" err="1">
                <a:latin typeface="+mn-lt"/>
              </a:rPr>
              <a:t>有出现这样的xx系列都需要删掉</a:t>
            </a:r>
            <a:endParaRPr lang="en-US" sz="1800" dirty="0">
              <a:latin typeface="+mn-lt"/>
            </a:endParaRPr>
          </a:p>
        </p:txBody>
      </p:sp>
      <p:pic>
        <p:nvPicPr>
          <p:cNvPr id="5" name="Content Placeholder 4">
            <a:extLst>
              <a:ext uri="{FF2B5EF4-FFF2-40B4-BE49-F238E27FC236}">
                <a16:creationId xmlns:a16="http://schemas.microsoft.com/office/drawing/2014/main" id="{79FDCF87-4B4F-E2D0-C5EE-0C05D5ADD9D9}"/>
              </a:ext>
            </a:extLst>
          </p:cNvPr>
          <p:cNvPicPr>
            <a:picLocks noGrp="1" noChangeAspect="1"/>
          </p:cNvPicPr>
          <p:nvPr>
            <p:ph idx="1"/>
          </p:nvPr>
        </p:nvPicPr>
        <p:blipFill>
          <a:blip r:embed="rId2"/>
          <a:stretch>
            <a:fillRect/>
          </a:stretch>
        </p:blipFill>
        <p:spPr>
          <a:xfrm>
            <a:off x="838200" y="551456"/>
            <a:ext cx="10515600" cy="439938"/>
          </a:xfrm>
          <a:prstGeom prst="rect">
            <a:avLst/>
          </a:prstGeom>
        </p:spPr>
      </p:pic>
      <p:pic>
        <p:nvPicPr>
          <p:cNvPr id="7" name="Picture 6">
            <a:extLst>
              <a:ext uri="{FF2B5EF4-FFF2-40B4-BE49-F238E27FC236}">
                <a16:creationId xmlns:a16="http://schemas.microsoft.com/office/drawing/2014/main" id="{8884E928-0322-6F42-B693-2147E971547F}"/>
              </a:ext>
            </a:extLst>
          </p:cNvPr>
          <p:cNvPicPr>
            <a:picLocks noChangeAspect="1"/>
          </p:cNvPicPr>
          <p:nvPr/>
        </p:nvPicPr>
        <p:blipFill>
          <a:blip r:embed="rId3"/>
          <a:stretch>
            <a:fillRect/>
          </a:stretch>
        </p:blipFill>
        <p:spPr>
          <a:xfrm>
            <a:off x="838200" y="1199393"/>
            <a:ext cx="9782629" cy="283296"/>
          </a:xfrm>
          <a:prstGeom prst="rect">
            <a:avLst/>
          </a:prstGeom>
        </p:spPr>
      </p:pic>
      <p:pic>
        <p:nvPicPr>
          <p:cNvPr id="9" name="Picture 8" descr="A white paper with black numbers&#10;&#10;AI-generated content may be incorrect.">
            <a:extLst>
              <a:ext uri="{FF2B5EF4-FFF2-40B4-BE49-F238E27FC236}">
                <a16:creationId xmlns:a16="http://schemas.microsoft.com/office/drawing/2014/main" id="{E84420C0-C596-F640-A974-A0027551063C}"/>
              </a:ext>
            </a:extLst>
          </p:cNvPr>
          <p:cNvPicPr>
            <a:picLocks noChangeAspect="1"/>
          </p:cNvPicPr>
          <p:nvPr/>
        </p:nvPicPr>
        <p:blipFill>
          <a:blip r:embed="rId4"/>
          <a:stretch>
            <a:fillRect/>
          </a:stretch>
        </p:blipFill>
        <p:spPr>
          <a:xfrm>
            <a:off x="615043" y="2571750"/>
            <a:ext cx="1295400" cy="1714500"/>
          </a:xfrm>
          <a:prstGeom prst="rect">
            <a:avLst/>
          </a:prstGeom>
        </p:spPr>
      </p:pic>
      <p:sp>
        <p:nvSpPr>
          <p:cNvPr id="10" name="TextBox 9">
            <a:extLst>
              <a:ext uri="{FF2B5EF4-FFF2-40B4-BE49-F238E27FC236}">
                <a16:creationId xmlns:a16="http://schemas.microsoft.com/office/drawing/2014/main" id="{34D62E0A-E47B-A45B-BE28-05DDB5BF9398}"/>
              </a:ext>
            </a:extLst>
          </p:cNvPr>
          <p:cNvSpPr txBox="1"/>
          <p:nvPr/>
        </p:nvSpPr>
        <p:spPr>
          <a:xfrm>
            <a:off x="2438400" y="2859314"/>
            <a:ext cx="2423886" cy="923330"/>
          </a:xfrm>
          <a:prstGeom prst="rect">
            <a:avLst/>
          </a:prstGeom>
          <a:noFill/>
        </p:spPr>
        <p:txBody>
          <a:bodyPr wrap="square" rtlCol="0">
            <a:spAutoFit/>
          </a:bodyPr>
          <a:lstStyle/>
          <a:p>
            <a:r>
              <a:rPr lang="en-US" dirty="0" err="1"/>
              <a:t>Batch列出现中文也得删掉</a:t>
            </a:r>
            <a:r>
              <a:rPr lang="zh-CN" altLang="en-US" dirty="0"/>
              <a:t>，</a:t>
            </a:r>
            <a:r>
              <a:rPr lang="en-US" altLang="zh-CN" dirty="0" err="1"/>
              <a:t>supabase</a:t>
            </a:r>
            <a:r>
              <a:rPr lang="zh-CN" altLang="en-US" dirty="0"/>
              <a:t>读不出来</a:t>
            </a:r>
            <a:endParaRPr lang="en-US" dirty="0"/>
          </a:p>
        </p:txBody>
      </p:sp>
      <p:pic>
        <p:nvPicPr>
          <p:cNvPr id="12" name="Picture 11" descr="A table with numbers and a few digits&#10;&#10;AI-generated content may be incorrect.">
            <a:extLst>
              <a:ext uri="{FF2B5EF4-FFF2-40B4-BE49-F238E27FC236}">
                <a16:creationId xmlns:a16="http://schemas.microsoft.com/office/drawing/2014/main" id="{2ED3F881-0E42-4E5F-BA32-8E6AC3AC9978}"/>
              </a:ext>
            </a:extLst>
          </p:cNvPr>
          <p:cNvPicPr>
            <a:picLocks noChangeAspect="1"/>
          </p:cNvPicPr>
          <p:nvPr/>
        </p:nvPicPr>
        <p:blipFill>
          <a:blip r:embed="rId5"/>
          <a:stretch>
            <a:fillRect/>
          </a:stretch>
        </p:blipFill>
        <p:spPr>
          <a:xfrm>
            <a:off x="5878286" y="1915887"/>
            <a:ext cx="2349500" cy="1536700"/>
          </a:xfrm>
          <a:prstGeom prst="rect">
            <a:avLst/>
          </a:prstGeom>
        </p:spPr>
      </p:pic>
      <p:sp>
        <p:nvSpPr>
          <p:cNvPr id="13" name="TextBox 12">
            <a:extLst>
              <a:ext uri="{FF2B5EF4-FFF2-40B4-BE49-F238E27FC236}">
                <a16:creationId xmlns:a16="http://schemas.microsoft.com/office/drawing/2014/main" id="{FEBE0891-60B9-2D63-FD47-F6E5ABC17144}"/>
              </a:ext>
            </a:extLst>
          </p:cNvPr>
          <p:cNvSpPr txBox="1"/>
          <p:nvPr/>
        </p:nvSpPr>
        <p:spPr>
          <a:xfrm>
            <a:off x="8679543" y="2135856"/>
            <a:ext cx="2438400" cy="1200329"/>
          </a:xfrm>
          <a:prstGeom prst="rect">
            <a:avLst/>
          </a:prstGeom>
          <a:noFill/>
        </p:spPr>
        <p:txBody>
          <a:bodyPr wrap="square" rtlCol="0">
            <a:spAutoFit/>
          </a:bodyPr>
          <a:lstStyle/>
          <a:p>
            <a:r>
              <a:rPr lang="en-US" dirty="0" err="1"/>
              <a:t>一个SKU有多个batch</a:t>
            </a:r>
            <a:r>
              <a:rPr lang="zh-CN" altLang="en-US" dirty="0"/>
              <a:t>，需要把空白区域填充，比如这个左边列都需要变成</a:t>
            </a:r>
            <a:r>
              <a:rPr lang="en-US" altLang="zh-CN" dirty="0"/>
              <a:t>FWD120</a:t>
            </a:r>
            <a:endParaRPr lang="en-US" dirty="0"/>
          </a:p>
        </p:txBody>
      </p:sp>
      <p:pic>
        <p:nvPicPr>
          <p:cNvPr id="15" name="Picture 14">
            <a:extLst>
              <a:ext uri="{FF2B5EF4-FFF2-40B4-BE49-F238E27FC236}">
                <a16:creationId xmlns:a16="http://schemas.microsoft.com/office/drawing/2014/main" id="{F0448839-D73C-5973-2523-A2B14DE3B161}"/>
              </a:ext>
            </a:extLst>
          </p:cNvPr>
          <p:cNvPicPr>
            <a:picLocks noChangeAspect="1"/>
          </p:cNvPicPr>
          <p:nvPr/>
        </p:nvPicPr>
        <p:blipFill>
          <a:blip r:embed="rId6"/>
          <a:stretch>
            <a:fillRect/>
          </a:stretch>
        </p:blipFill>
        <p:spPr>
          <a:xfrm>
            <a:off x="455386" y="4751622"/>
            <a:ext cx="7772400" cy="216114"/>
          </a:xfrm>
          <a:prstGeom prst="rect">
            <a:avLst/>
          </a:prstGeom>
        </p:spPr>
      </p:pic>
      <p:sp>
        <p:nvSpPr>
          <p:cNvPr id="16" name="TextBox 15">
            <a:extLst>
              <a:ext uri="{FF2B5EF4-FFF2-40B4-BE49-F238E27FC236}">
                <a16:creationId xmlns:a16="http://schemas.microsoft.com/office/drawing/2014/main" id="{012A1470-135F-A3EA-894E-AC242246ECFE}"/>
              </a:ext>
            </a:extLst>
          </p:cNvPr>
          <p:cNvSpPr txBox="1"/>
          <p:nvPr/>
        </p:nvSpPr>
        <p:spPr>
          <a:xfrm>
            <a:off x="8795657" y="4644571"/>
            <a:ext cx="2558143" cy="646331"/>
          </a:xfrm>
          <a:prstGeom prst="rect">
            <a:avLst/>
          </a:prstGeom>
          <a:noFill/>
        </p:spPr>
        <p:txBody>
          <a:bodyPr wrap="square" rtlCol="0">
            <a:spAutoFit/>
          </a:bodyPr>
          <a:lstStyle/>
          <a:p>
            <a:r>
              <a:rPr lang="en-US" dirty="0"/>
              <a:t>如果出现这样全是</a:t>
            </a:r>
            <a:r>
              <a:rPr lang="en-US" altLang="zh-CN" dirty="0"/>
              <a:t>000000</a:t>
            </a:r>
            <a:r>
              <a:rPr lang="zh-CN" altLang="en-US" dirty="0"/>
              <a:t>的行需要删掉</a:t>
            </a:r>
            <a:endParaRPr lang="en-US" dirty="0"/>
          </a:p>
        </p:txBody>
      </p:sp>
      <p:pic>
        <p:nvPicPr>
          <p:cNvPr id="18" name="Picture 17">
            <a:extLst>
              <a:ext uri="{FF2B5EF4-FFF2-40B4-BE49-F238E27FC236}">
                <a16:creationId xmlns:a16="http://schemas.microsoft.com/office/drawing/2014/main" id="{107D0287-F2F4-254F-11C6-D5E47341FA06}"/>
              </a:ext>
            </a:extLst>
          </p:cNvPr>
          <p:cNvPicPr>
            <a:picLocks noChangeAspect="1"/>
          </p:cNvPicPr>
          <p:nvPr/>
        </p:nvPicPr>
        <p:blipFill>
          <a:blip r:embed="rId7"/>
          <a:stretch>
            <a:fillRect/>
          </a:stretch>
        </p:blipFill>
        <p:spPr>
          <a:xfrm>
            <a:off x="455386" y="5992999"/>
            <a:ext cx="7772400" cy="370882"/>
          </a:xfrm>
          <a:prstGeom prst="rect">
            <a:avLst/>
          </a:prstGeom>
        </p:spPr>
      </p:pic>
      <p:sp>
        <p:nvSpPr>
          <p:cNvPr id="19" name="TextBox 18">
            <a:extLst>
              <a:ext uri="{FF2B5EF4-FFF2-40B4-BE49-F238E27FC236}">
                <a16:creationId xmlns:a16="http://schemas.microsoft.com/office/drawing/2014/main" id="{2BD85F25-AD27-54CB-58E7-0264993BB6D9}"/>
              </a:ext>
            </a:extLst>
          </p:cNvPr>
          <p:cNvSpPr txBox="1"/>
          <p:nvPr/>
        </p:nvSpPr>
        <p:spPr>
          <a:xfrm>
            <a:off x="8795657" y="5646057"/>
            <a:ext cx="2830286" cy="1200329"/>
          </a:xfrm>
          <a:prstGeom prst="rect">
            <a:avLst/>
          </a:prstGeom>
          <a:noFill/>
        </p:spPr>
        <p:txBody>
          <a:bodyPr wrap="square" rtlCol="0">
            <a:spAutoFit/>
          </a:bodyPr>
          <a:lstStyle/>
          <a:p>
            <a:r>
              <a:rPr lang="en-US" dirty="0" err="1"/>
              <a:t>这个中间隐藏了很多列</a:t>
            </a:r>
            <a:r>
              <a:rPr lang="zh-CN" altLang="en-US" dirty="0"/>
              <a:t>，处理会比较麻烦，如果需要我可以帮你全都先把我要的数据复制粘贴一下</a:t>
            </a:r>
            <a:endParaRPr lang="en-US" dirty="0"/>
          </a:p>
        </p:txBody>
      </p:sp>
    </p:spTree>
    <p:extLst>
      <p:ext uri="{BB962C8B-B14F-4D97-AF65-F5344CB8AC3E}">
        <p14:creationId xmlns:p14="http://schemas.microsoft.com/office/powerpoint/2010/main" val="2102219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A1661-99B7-8190-DE2B-6AAB2D7E9DD7}"/>
              </a:ext>
            </a:extLst>
          </p:cNvPr>
          <p:cNvSpPr>
            <a:spLocks noGrp="1"/>
          </p:cNvSpPr>
          <p:nvPr>
            <p:ph type="title"/>
          </p:nvPr>
        </p:nvSpPr>
        <p:spPr>
          <a:xfrm>
            <a:off x="1725386" y="764950"/>
            <a:ext cx="4241800" cy="1057275"/>
          </a:xfrm>
        </p:spPr>
        <p:txBody>
          <a:bodyPr>
            <a:normAutofit/>
          </a:bodyPr>
          <a:lstStyle/>
          <a:p>
            <a:r>
              <a:rPr lang="en-US" sz="1200" dirty="0" err="1">
                <a:latin typeface="+mn-lt"/>
              </a:rPr>
              <a:t>这个appendi在drive里面</a:t>
            </a:r>
            <a:r>
              <a:rPr lang="zh-CN" altLang="en-US" sz="1200" dirty="0">
                <a:latin typeface="+mn-lt"/>
              </a:rPr>
              <a:t>，我想要做的是之后按照类别有一个筛选结果，这个不是很重要</a:t>
            </a:r>
            <a:endParaRPr lang="en-US" sz="1200" dirty="0">
              <a:latin typeface="+mn-lt"/>
            </a:endParaRPr>
          </a:p>
        </p:txBody>
      </p:sp>
      <p:pic>
        <p:nvPicPr>
          <p:cNvPr id="5" name="Content Placeholder 4" descr="A screenshot of a computer&#10;&#10;AI-generated content may be incorrect.">
            <a:extLst>
              <a:ext uri="{FF2B5EF4-FFF2-40B4-BE49-F238E27FC236}">
                <a16:creationId xmlns:a16="http://schemas.microsoft.com/office/drawing/2014/main" id="{624A68DC-0DC7-FFEB-719A-F854F0258439}"/>
              </a:ext>
            </a:extLst>
          </p:cNvPr>
          <p:cNvPicPr>
            <a:picLocks noGrp="1" noChangeAspect="1"/>
          </p:cNvPicPr>
          <p:nvPr>
            <p:ph idx="1"/>
          </p:nvPr>
        </p:nvPicPr>
        <p:blipFill>
          <a:blip r:embed="rId2"/>
          <a:srcRect t="-1" r="52814" b="-833"/>
          <a:stretch>
            <a:fillRect/>
          </a:stretch>
        </p:blipFill>
        <p:spPr>
          <a:xfrm>
            <a:off x="170544" y="358549"/>
            <a:ext cx="1426027" cy="4387622"/>
          </a:xfrm>
          <a:prstGeom prst="rect">
            <a:avLst/>
          </a:prstGeom>
        </p:spPr>
      </p:pic>
      <p:pic>
        <p:nvPicPr>
          <p:cNvPr id="7" name="Picture 6" descr="A screenshot of a spreadsheet&#10;&#10;AI-generated content may be incorrect.">
            <a:extLst>
              <a:ext uri="{FF2B5EF4-FFF2-40B4-BE49-F238E27FC236}">
                <a16:creationId xmlns:a16="http://schemas.microsoft.com/office/drawing/2014/main" id="{D1032260-B7A7-A6DA-B604-3CAB419D719F}"/>
              </a:ext>
            </a:extLst>
          </p:cNvPr>
          <p:cNvPicPr>
            <a:picLocks noChangeAspect="1"/>
          </p:cNvPicPr>
          <p:nvPr/>
        </p:nvPicPr>
        <p:blipFill>
          <a:blip r:embed="rId3"/>
          <a:stretch>
            <a:fillRect/>
          </a:stretch>
        </p:blipFill>
        <p:spPr>
          <a:xfrm>
            <a:off x="2417535" y="2411972"/>
            <a:ext cx="2311400" cy="3213100"/>
          </a:xfrm>
          <a:prstGeom prst="rect">
            <a:avLst/>
          </a:prstGeom>
        </p:spPr>
      </p:pic>
      <p:sp>
        <p:nvSpPr>
          <p:cNvPr id="8" name="TextBox 7">
            <a:extLst>
              <a:ext uri="{FF2B5EF4-FFF2-40B4-BE49-F238E27FC236}">
                <a16:creationId xmlns:a16="http://schemas.microsoft.com/office/drawing/2014/main" id="{1203F414-1C06-50BE-BD8A-6933243460CA}"/>
              </a:ext>
            </a:extLst>
          </p:cNvPr>
          <p:cNvSpPr txBox="1"/>
          <p:nvPr/>
        </p:nvSpPr>
        <p:spPr>
          <a:xfrm>
            <a:off x="2071006" y="5769884"/>
            <a:ext cx="3004457" cy="646331"/>
          </a:xfrm>
          <a:prstGeom prst="rect">
            <a:avLst/>
          </a:prstGeom>
          <a:noFill/>
        </p:spPr>
        <p:txBody>
          <a:bodyPr wrap="square" rtlCol="0">
            <a:spAutoFit/>
          </a:bodyPr>
          <a:lstStyle/>
          <a:p>
            <a:r>
              <a:rPr lang="en-US" dirty="0"/>
              <a:t>空白区域可能需要全都填充成</a:t>
            </a:r>
            <a:r>
              <a:rPr lang="en-US" altLang="zh-CN" dirty="0"/>
              <a:t>0</a:t>
            </a:r>
            <a:endParaRPr lang="en-US" dirty="0"/>
          </a:p>
        </p:txBody>
      </p:sp>
      <p:pic>
        <p:nvPicPr>
          <p:cNvPr id="10" name="Picture 9" descr="A grid with a number and a black text&#10;&#10;AI-generated content may be incorrect.">
            <a:extLst>
              <a:ext uri="{FF2B5EF4-FFF2-40B4-BE49-F238E27FC236}">
                <a16:creationId xmlns:a16="http://schemas.microsoft.com/office/drawing/2014/main" id="{892E2023-0A66-34BC-EC35-92F647D6E374}"/>
              </a:ext>
            </a:extLst>
          </p:cNvPr>
          <p:cNvPicPr>
            <a:picLocks noChangeAspect="1"/>
          </p:cNvPicPr>
          <p:nvPr/>
        </p:nvPicPr>
        <p:blipFill>
          <a:blip r:embed="rId4"/>
          <a:stretch>
            <a:fillRect/>
          </a:stretch>
        </p:blipFill>
        <p:spPr>
          <a:xfrm>
            <a:off x="6916967" y="256949"/>
            <a:ext cx="1092200" cy="5715000"/>
          </a:xfrm>
          <a:prstGeom prst="rect">
            <a:avLst/>
          </a:prstGeom>
        </p:spPr>
      </p:pic>
      <p:sp>
        <p:nvSpPr>
          <p:cNvPr id="11" name="TextBox 10">
            <a:extLst>
              <a:ext uri="{FF2B5EF4-FFF2-40B4-BE49-F238E27FC236}">
                <a16:creationId xmlns:a16="http://schemas.microsoft.com/office/drawing/2014/main" id="{5F895FFB-DBA7-8C93-AFDE-3B3934D3DAE6}"/>
              </a:ext>
            </a:extLst>
          </p:cNvPr>
          <p:cNvSpPr txBox="1"/>
          <p:nvPr/>
        </p:nvSpPr>
        <p:spPr>
          <a:xfrm>
            <a:off x="8548914" y="764950"/>
            <a:ext cx="2888343" cy="646331"/>
          </a:xfrm>
          <a:prstGeom prst="rect">
            <a:avLst/>
          </a:prstGeom>
          <a:noFill/>
        </p:spPr>
        <p:txBody>
          <a:bodyPr wrap="square" rtlCol="0">
            <a:spAutoFit/>
          </a:bodyPr>
          <a:lstStyle/>
          <a:p>
            <a:r>
              <a:rPr lang="en-US" dirty="0" err="1"/>
              <a:t>有些文件里有存放位置</a:t>
            </a:r>
            <a:r>
              <a:rPr lang="zh-CN" altLang="en-US" dirty="0"/>
              <a:t>，这些都不需要了</a:t>
            </a:r>
            <a:endParaRPr lang="en-US" dirty="0"/>
          </a:p>
        </p:txBody>
      </p:sp>
    </p:spTree>
    <p:extLst>
      <p:ext uri="{BB962C8B-B14F-4D97-AF65-F5344CB8AC3E}">
        <p14:creationId xmlns:p14="http://schemas.microsoft.com/office/powerpoint/2010/main" val="1391508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9F39-ABAA-9489-7C46-F40CCBEBBA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54B7B9-3CBB-EFAD-2CBE-DDB3791C3CA3}"/>
              </a:ext>
            </a:extLst>
          </p:cNvPr>
          <p:cNvSpPr>
            <a:spLocks noGrp="1"/>
          </p:cNvSpPr>
          <p:nvPr>
            <p:ph idx="1"/>
          </p:nvPr>
        </p:nvSpPr>
        <p:spPr>
          <a:xfrm>
            <a:off x="838200" y="1825624"/>
            <a:ext cx="8900886" cy="1149805"/>
          </a:xfrm>
        </p:spPr>
        <p:txBody>
          <a:bodyPr>
            <a:normAutofit fontScale="92500" lnSpcReduction="10000"/>
          </a:bodyPr>
          <a:lstStyle/>
          <a:p>
            <a:r>
              <a:rPr lang="en-US" dirty="0" err="1"/>
              <a:t>我之后的想法是运用scanner</a:t>
            </a:r>
            <a:r>
              <a:rPr lang="zh-CN" altLang="en-US" dirty="0"/>
              <a:t>在库房里，所有都记录，实时上传，实时分析，不知道线上数据库是以一个总的文件存放合适还是每个单一的文件合适</a:t>
            </a:r>
            <a:endParaRPr lang="en-US" dirty="0"/>
          </a:p>
        </p:txBody>
      </p:sp>
      <p:pic>
        <p:nvPicPr>
          <p:cNvPr id="5" name="Picture 4">
            <a:extLst>
              <a:ext uri="{FF2B5EF4-FFF2-40B4-BE49-F238E27FC236}">
                <a16:creationId xmlns:a16="http://schemas.microsoft.com/office/drawing/2014/main" id="{ABCC136B-6F8E-1BE7-308E-30D30CA2747D}"/>
              </a:ext>
            </a:extLst>
          </p:cNvPr>
          <p:cNvPicPr>
            <a:picLocks noChangeAspect="1"/>
          </p:cNvPicPr>
          <p:nvPr/>
        </p:nvPicPr>
        <p:blipFill>
          <a:blip r:embed="rId2"/>
          <a:stretch>
            <a:fillRect/>
          </a:stretch>
        </p:blipFill>
        <p:spPr>
          <a:xfrm>
            <a:off x="580571" y="3245615"/>
            <a:ext cx="9653340" cy="455528"/>
          </a:xfrm>
          <a:prstGeom prst="rect">
            <a:avLst/>
          </a:prstGeom>
        </p:spPr>
      </p:pic>
      <p:sp>
        <p:nvSpPr>
          <p:cNvPr id="6" name="TextBox 5">
            <a:extLst>
              <a:ext uri="{FF2B5EF4-FFF2-40B4-BE49-F238E27FC236}">
                <a16:creationId xmlns:a16="http://schemas.microsoft.com/office/drawing/2014/main" id="{E22F53BF-4FBB-B43B-4D85-CDE42ECA6233}"/>
              </a:ext>
            </a:extLst>
          </p:cNvPr>
          <p:cNvSpPr txBox="1"/>
          <p:nvPr/>
        </p:nvSpPr>
        <p:spPr>
          <a:xfrm>
            <a:off x="1059543" y="4194629"/>
            <a:ext cx="5791200" cy="646331"/>
          </a:xfrm>
          <a:prstGeom prst="rect">
            <a:avLst/>
          </a:prstGeom>
          <a:noFill/>
        </p:spPr>
        <p:txBody>
          <a:bodyPr wrap="square" rtlCol="0">
            <a:spAutoFit/>
          </a:bodyPr>
          <a:lstStyle/>
          <a:p>
            <a:r>
              <a:rPr lang="en-US" dirty="0" err="1"/>
              <a:t>如果是一个总的文件的话</a:t>
            </a:r>
            <a:r>
              <a:rPr lang="zh-CN" altLang="en-US" dirty="0"/>
              <a:t>，每个文件底部的合计行就需要删了</a:t>
            </a:r>
            <a:endParaRPr lang="en-US" dirty="0"/>
          </a:p>
        </p:txBody>
      </p:sp>
    </p:spTree>
    <p:extLst>
      <p:ext uri="{BB962C8B-B14F-4D97-AF65-F5344CB8AC3E}">
        <p14:creationId xmlns:p14="http://schemas.microsoft.com/office/powerpoint/2010/main" val="998233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295</Words>
  <Application>Microsoft Macintosh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Inventory Intelligence data preprocessing pipeline</vt:lpstr>
      <vt:lpstr>PowerPoint Presentation</vt:lpstr>
      <vt:lpstr>有出现这样的xx系列都需要删掉</vt:lpstr>
      <vt:lpstr>这个appendi在drive里面，我想要做的是之后按照类别有一个筛选结果，这个不是很重要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!deleted! Fu, !deleted! Qicheng (ext)</dc:creator>
  <cp:lastModifiedBy>!deleted! Fu, !deleted! Qicheng (ext)</cp:lastModifiedBy>
  <cp:revision>1</cp:revision>
  <dcterms:created xsi:type="dcterms:W3CDTF">2026-02-25T20:46:36Z</dcterms:created>
  <dcterms:modified xsi:type="dcterms:W3CDTF">2026-02-25T21:13:34Z</dcterms:modified>
</cp:coreProperties>
</file>